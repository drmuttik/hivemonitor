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7"/>
  </p:handoutMasterIdLst>
  <p:sldIdLst>
    <p:sldId id="256" r:id="rId2"/>
    <p:sldId id="263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021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9BD474-0055-46E0-9979-C5B947AD7CA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5C03B57-1753-4E4A-B048-9D7C16B997E3}">
      <dgm:prSet/>
      <dgm:spPr/>
      <dgm:t>
        <a:bodyPr/>
        <a:lstStyle/>
        <a:p>
          <a:r>
            <a:rPr lang="en-GB"/>
            <a:t>Can monitor many hives</a:t>
          </a:r>
          <a:endParaRPr lang="en-US"/>
        </a:p>
      </dgm:t>
    </dgm:pt>
    <dgm:pt modelId="{72234C06-FAEF-4A80-ABD5-6B038416CCBE}" type="parTrans" cxnId="{E159C792-ED66-4ECD-B0A1-9C549E63C640}">
      <dgm:prSet/>
      <dgm:spPr/>
      <dgm:t>
        <a:bodyPr/>
        <a:lstStyle/>
        <a:p>
          <a:endParaRPr lang="en-US"/>
        </a:p>
      </dgm:t>
    </dgm:pt>
    <dgm:pt modelId="{76EA4D26-1B54-44A7-AF08-7D93BB02F4E9}" type="sibTrans" cxnId="{E159C792-ED66-4ECD-B0A1-9C549E63C640}">
      <dgm:prSet/>
      <dgm:spPr/>
      <dgm:t>
        <a:bodyPr/>
        <a:lstStyle/>
        <a:p>
          <a:endParaRPr lang="en-US"/>
        </a:p>
      </dgm:t>
    </dgm:pt>
    <dgm:pt modelId="{C8C82848-AFB7-4799-A38B-C8E63DE66F0F}">
      <dgm:prSet/>
      <dgm:spPr/>
      <dgm:t>
        <a:bodyPr/>
        <a:lstStyle/>
        <a:p>
          <a:r>
            <a:rPr lang="en-GB" dirty="0"/>
            <a:t>Range ~50..100m</a:t>
          </a:r>
          <a:endParaRPr lang="en-US" dirty="0"/>
        </a:p>
      </dgm:t>
    </dgm:pt>
    <dgm:pt modelId="{B1D6FD7F-3265-461B-9832-F2DC7B8798C0}" type="parTrans" cxnId="{A01E52C5-3EDD-42FC-892D-AB2347D9E1EB}">
      <dgm:prSet/>
      <dgm:spPr/>
      <dgm:t>
        <a:bodyPr/>
        <a:lstStyle/>
        <a:p>
          <a:endParaRPr lang="en-US"/>
        </a:p>
      </dgm:t>
    </dgm:pt>
    <dgm:pt modelId="{85DDF68A-0E83-415A-8F62-CE2CDABEC407}" type="sibTrans" cxnId="{A01E52C5-3EDD-42FC-892D-AB2347D9E1EB}">
      <dgm:prSet/>
      <dgm:spPr/>
      <dgm:t>
        <a:bodyPr/>
        <a:lstStyle/>
        <a:p>
          <a:endParaRPr lang="en-US"/>
        </a:p>
      </dgm:t>
    </dgm:pt>
    <dgm:pt modelId="{6758886D-CF4A-4F2E-A4D5-7C1A63ADB8FD}">
      <dgm:prSet/>
      <dgm:spPr/>
      <dgm:t>
        <a:bodyPr/>
        <a:lstStyle/>
        <a:p>
          <a:r>
            <a:rPr lang="en-GB" dirty="0"/>
            <a:t>Sensor costs as low as ~£10/hive (Amazon)</a:t>
          </a:r>
          <a:endParaRPr lang="en-US" dirty="0"/>
        </a:p>
      </dgm:t>
    </dgm:pt>
    <dgm:pt modelId="{468AFD34-F10E-41E6-A81F-83B328A2793D}" type="parTrans" cxnId="{8A83036A-81E3-40B1-A402-B53C5AC07F21}">
      <dgm:prSet/>
      <dgm:spPr/>
      <dgm:t>
        <a:bodyPr/>
        <a:lstStyle/>
        <a:p>
          <a:endParaRPr lang="en-US"/>
        </a:p>
      </dgm:t>
    </dgm:pt>
    <dgm:pt modelId="{861CD6D6-00BF-4430-A6FA-B1D262A97A4B}" type="sibTrans" cxnId="{8A83036A-81E3-40B1-A402-B53C5AC07F21}">
      <dgm:prSet/>
      <dgm:spPr/>
      <dgm:t>
        <a:bodyPr/>
        <a:lstStyle/>
        <a:p>
          <a:endParaRPr lang="en-US"/>
        </a:p>
      </dgm:t>
    </dgm:pt>
    <dgm:pt modelId="{FCD6E80F-6FB8-4574-937B-1BD1DD9B95E9}">
      <dgm:prSet/>
      <dgm:spPr/>
      <dgm:t>
        <a:bodyPr/>
        <a:lstStyle/>
        <a:p>
          <a:r>
            <a:rPr lang="en-GB" dirty="0"/>
            <a:t>Email reports and alerts</a:t>
          </a:r>
          <a:br>
            <a:rPr lang="en-GB" dirty="0"/>
          </a:br>
          <a:r>
            <a:rPr lang="en-GB" dirty="0"/>
            <a:t>(via Google sheets)</a:t>
          </a:r>
          <a:endParaRPr lang="en-US" dirty="0"/>
        </a:p>
      </dgm:t>
    </dgm:pt>
    <dgm:pt modelId="{7F18C215-8122-4AAD-8926-65E72AA2D8E9}" type="parTrans" cxnId="{7072C33C-93A3-4654-A7BB-F7DFD86285D4}">
      <dgm:prSet/>
      <dgm:spPr/>
      <dgm:t>
        <a:bodyPr/>
        <a:lstStyle/>
        <a:p>
          <a:endParaRPr lang="en-US"/>
        </a:p>
      </dgm:t>
    </dgm:pt>
    <dgm:pt modelId="{C9F3B045-8F0E-49CC-B967-875CF79D69FE}" type="sibTrans" cxnId="{7072C33C-93A3-4654-A7BB-F7DFD86285D4}">
      <dgm:prSet/>
      <dgm:spPr/>
      <dgm:t>
        <a:bodyPr/>
        <a:lstStyle/>
        <a:p>
          <a:endParaRPr lang="en-US"/>
        </a:p>
      </dgm:t>
    </dgm:pt>
    <dgm:pt modelId="{0EF4540F-9F70-4DD5-A5D6-CA1C4144C6D9}">
      <dgm:prSet/>
      <dgm:spPr/>
      <dgm:t>
        <a:bodyPr/>
        <a:lstStyle/>
        <a:p>
          <a:r>
            <a:rPr lang="en-GB"/>
            <a:t>Minimal DIY skills required</a:t>
          </a:r>
          <a:endParaRPr lang="en-US"/>
        </a:p>
      </dgm:t>
    </dgm:pt>
    <dgm:pt modelId="{B5484E01-971E-4458-A92B-B43C2A9B1AC6}" type="parTrans" cxnId="{3AC74598-BBBC-46AD-8D5C-85995FB26083}">
      <dgm:prSet/>
      <dgm:spPr/>
      <dgm:t>
        <a:bodyPr/>
        <a:lstStyle/>
        <a:p>
          <a:endParaRPr lang="en-US"/>
        </a:p>
      </dgm:t>
    </dgm:pt>
    <dgm:pt modelId="{F6FB3FD1-F98B-4C92-A763-F6953214D41F}" type="sibTrans" cxnId="{3AC74598-BBBC-46AD-8D5C-85995FB26083}">
      <dgm:prSet/>
      <dgm:spPr/>
      <dgm:t>
        <a:bodyPr/>
        <a:lstStyle/>
        <a:p>
          <a:endParaRPr lang="en-US"/>
        </a:p>
      </dgm:t>
    </dgm:pt>
    <dgm:pt modelId="{5366564A-E44F-4D41-ADD4-71E1F2A94C28}">
      <dgm:prSet/>
      <dgm:spPr/>
      <dgm:t>
        <a:bodyPr/>
        <a:lstStyle/>
        <a:p>
          <a:r>
            <a:rPr lang="en-GB" dirty="0"/>
            <a:t>Temperature and humidity</a:t>
          </a:r>
          <a:endParaRPr lang="en-US" dirty="0"/>
        </a:p>
      </dgm:t>
    </dgm:pt>
    <dgm:pt modelId="{CCDD0A42-E239-480F-AE9D-F1BBE7F919B8}" type="sibTrans" cxnId="{C1DAAFB7-C5EA-4F04-A7F5-4C1A128B37D6}">
      <dgm:prSet/>
      <dgm:spPr/>
      <dgm:t>
        <a:bodyPr/>
        <a:lstStyle/>
        <a:p>
          <a:endParaRPr lang="en-US"/>
        </a:p>
      </dgm:t>
    </dgm:pt>
    <dgm:pt modelId="{0754DBA8-E94F-4972-BA90-20F2369E3E6F}" type="parTrans" cxnId="{C1DAAFB7-C5EA-4F04-A7F5-4C1A128B37D6}">
      <dgm:prSet/>
      <dgm:spPr/>
      <dgm:t>
        <a:bodyPr/>
        <a:lstStyle/>
        <a:p>
          <a:endParaRPr lang="en-US"/>
        </a:p>
      </dgm:t>
    </dgm:pt>
    <dgm:pt modelId="{2FDF3204-35AF-4412-9948-89512DF889E2}" type="pres">
      <dgm:prSet presAssocID="{E39BD474-0055-46E0-9979-C5B947AD7CA3}" presName="linear" presStyleCnt="0">
        <dgm:presLayoutVars>
          <dgm:animLvl val="lvl"/>
          <dgm:resizeHandles val="exact"/>
        </dgm:presLayoutVars>
      </dgm:prSet>
      <dgm:spPr/>
    </dgm:pt>
    <dgm:pt modelId="{8493B2D1-B1BF-41CC-99BC-EF324B8A9C81}" type="pres">
      <dgm:prSet presAssocID="{5366564A-E44F-4D41-ADD4-71E1F2A94C2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003C115-0566-48D5-9439-9ABD87C9889D}" type="pres">
      <dgm:prSet presAssocID="{CCDD0A42-E239-480F-AE9D-F1BBE7F919B8}" presName="spacer" presStyleCnt="0"/>
      <dgm:spPr/>
    </dgm:pt>
    <dgm:pt modelId="{77DDD4C0-B0C1-4F6D-BD65-48AC697D27BE}" type="pres">
      <dgm:prSet presAssocID="{A5C03B57-1753-4E4A-B048-9D7C16B997E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945A05A-569A-4D95-A68D-1254A3ECCC33}" type="pres">
      <dgm:prSet presAssocID="{76EA4D26-1B54-44A7-AF08-7D93BB02F4E9}" presName="spacer" presStyleCnt="0"/>
      <dgm:spPr/>
    </dgm:pt>
    <dgm:pt modelId="{D22360F3-1810-47AF-9A76-D0D60F6DC6D2}" type="pres">
      <dgm:prSet presAssocID="{C8C82848-AFB7-4799-A38B-C8E63DE66F0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73F1ABE-2693-4E87-A1FC-7787EE6EB33C}" type="pres">
      <dgm:prSet presAssocID="{85DDF68A-0E83-415A-8F62-CE2CDABEC407}" presName="spacer" presStyleCnt="0"/>
      <dgm:spPr/>
    </dgm:pt>
    <dgm:pt modelId="{43FE6DCD-5750-4E14-AE5D-67D9B90330CE}" type="pres">
      <dgm:prSet presAssocID="{6758886D-CF4A-4F2E-A4D5-7C1A63ADB8F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F30B49E-C330-4267-9970-D77008ADF324}" type="pres">
      <dgm:prSet presAssocID="{861CD6D6-00BF-4430-A6FA-B1D262A97A4B}" presName="spacer" presStyleCnt="0"/>
      <dgm:spPr/>
    </dgm:pt>
    <dgm:pt modelId="{D07315A3-644A-4D0C-B5CA-BE2585465B6F}" type="pres">
      <dgm:prSet presAssocID="{FCD6E80F-6FB8-4574-937B-1BD1DD9B95E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6B5AB3C-8B62-4815-97E2-014619B38E7D}" type="pres">
      <dgm:prSet presAssocID="{C9F3B045-8F0E-49CC-B967-875CF79D69FE}" presName="spacer" presStyleCnt="0"/>
      <dgm:spPr/>
    </dgm:pt>
    <dgm:pt modelId="{A72F3B0D-A306-4ADA-B895-65B5C45CFFFC}" type="pres">
      <dgm:prSet presAssocID="{0EF4540F-9F70-4DD5-A5D6-CA1C4144C6D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1C4D037-6C77-4F08-B69A-D6E8F311A3E8}" type="presOf" srcId="{5366564A-E44F-4D41-ADD4-71E1F2A94C28}" destId="{8493B2D1-B1BF-41CC-99BC-EF324B8A9C81}" srcOrd="0" destOrd="0" presId="urn:microsoft.com/office/officeart/2005/8/layout/vList2"/>
    <dgm:cxn modelId="{7072C33C-93A3-4654-A7BB-F7DFD86285D4}" srcId="{E39BD474-0055-46E0-9979-C5B947AD7CA3}" destId="{FCD6E80F-6FB8-4574-937B-1BD1DD9B95E9}" srcOrd="4" destOrd="0" parTransId="{7F18C215-8122-4AAD-8926-65E72AA2D8E9}" sibTransId="{C9F3B045-8F0E-49CC-B967-875CF79D69FE}"/>
    <dgm:cxn modelId="{8A83036A-81E3-40B1-A402-B53C5AC07F21}" srcId="{E39BD474-0055-46E0-9979-C5B947AD7CA3}" destId="{6758886D-CF4A-4F2E-A4D5-7C1A63ADB8FD}" srcOrd="3" destOrd="0" parTransId="{468AFD34-F10E-41E6-A81F-83B328A2793D}" sibTransId="{861CD6D6-00BF-4430-A6FA-B1D262A97A4B}"/>
    <dgm:cxn modelId="{E159C792-ED66-4ECD-B0A1-9C549E63C640}" srcId="{E39BD474-0055-46E0-9979-C5B947AD7CA3}" destId="{A5C03B57-1753-4E4A-B048-9D7C16B997E3}" srcOrd="1" destOrd="0" parTransId="{72234C06-FAEF-4A80-ABD5-6B038416CCBE}" sibTransId="{76EA4D26-1B54-44A7-AF08-7D93BB02F4E9}"/>
    <dgm:cxn modelId="{1A54A497-601E-4D17-B98D-A2A49A0AE930}" type="presOf" srcId="{6758886D-CF4A-4F2E-A4D5-7C1A63ADB8FD}" destId="{43FE6DCD-5750-4E14-AE5D-67D9B90330CE}" srcOrd="0" destOrd="0" presId="urn:microsoft.com/office/officeart/2005/8/layout/vList2"/>
    <dgm:cxn modelId="{3AC74598-BBBC-46AD-8D5C-85995FB26083}" srcId="{E39BD474-0055-46E0-9979-C5B947AD7CA3}" destId="{0EF4540F-9F70-4DD5-A5D6-CA1C4144C6D9}" srcOrd="5" destOrd="0" parTransId="{B5484E01-971E-4458-A92B-B43C2A9B1AC6}" sibTransId="{F6FB3FD1-F98B-4C92-A763-F6953214D41F}"/>
    <dgm:cxn modelId="{CB7DD8B1-36E8-4258-B180-BF9117B17934}" type="presOf" srcId="{FCD6E80F-6FB8-4574-937B-1BD1DD9B95E9}" destId="{D07315A3-644A-4D0C-B5CA-BE2585465B6F}" srcOrd="0" destOrd="0" presId="urn:microsoft.com/office/officeart/2005/8/layout/vList2"/>
    <dgm:cxn modelId="{32F648B4-1E55-4FC6-B378-4096077ADB2D}" type="presOf" srcId="{0EF4540F-9F70-4DD5-A5D6-CA1C4144C6D9}" destId="{A72F3B0D-A306-4ADA-B895-65B5C45CFFFC}" srcOrd="0" destOrd="0" presId="urn:microsoft.com/office/officeart/2005/8/layout/vList2"/>
    <dgm:cxn modelId="{C1DAAFB7-C5EA-4F04-A7F5-4C1A128B37D6}" srcId="{E39BD474-0055-46E0-9979-C5B947AD7CA3}" destId="{5366564A-E44F-4D41-ADD4-71E1F2A94C28}" srcOrd="0" destOrd="0" parTransId="{0754DBA8-E94F-4972-BA90-20F2369E3E6F}" sibTransId="{CCDD0A42-E239-480F-AE9D-F1BBE7F919B8}"/>
    <dgm:cxn modelId="{C896B2BA-671D-4D4A-84C2-80BB859F94CD}" type="presOf" srcId="{A5C03B57-1753-4E4A-B048-9D7C16B997E3}" destId="{77DDD4C0-B0C1-4F6D-BD65-48AC697D27BE}" srcOrd="0" destOrd="0" presId="urn:microsoft.com/office/officeart/2005/8/layout/vList2"/>
    <dgm:cxn modelId="{A01E52C5-3EDD-42FC-892D-AB2347D9E1EB}" srcId="{E39BD474-0055-46E0-9979-C5B947AD7CA3}" destId="{C8C82848-AFB7-4799-A38B-C8E63DE66F0F}" srcOrd="2" destOrd="0" parTransId="{B1D6FD7F-3265-461B-9832-F2DC7B8798C0}" sibTransId="{85DDF68A-0E83-415A-8F62-CE2CDABEC407}"/>
    <dgm:cxn modelId="{0F86E3CB-C28C-4BF6-A0FD-09669767E7F9}" type="presOf" srcId="{C8C82848-AFB7-4799-A38B-C8E63DE66F0F}" destId="{D22360F3-1810-47AF-9A76-D0D60F6DC6D2}" srcOrd="0" destOrd="0" presId="urn:microsoft.com/office/officeart/2005/8/layout/vList2"/>
    <dgm:cxn modelId="{1D8807F9-E2DA-49ED-A53E-48885554CD21}" type="presOf" srcId="{E39BD474-0055-46E0-9979-C5B947AD7CA3}" destId="{2FDF3204-35AF-4412-9948-89512DF889E2}" srcOrd="0" destOrd="0" presId="urn:microsoft.com/office/officeart/2005/8/layout/vList2"/>
    <dgm:cxn modelId="{F92F9D10-0C32-4976-825E-0478536E20DC}" type="presParOf" srcId="{2FDF3204-35AF-4412-9948-89512DF889E2}" destId="{8493B2D1-B1BF-41CC-99BC-EF324B8A9C81}" srcOrd="0" destOrd="0" presId="urn:microsoft.com/office/officeart/2005/8/layout/vList2"/>
    <dgm:cxn modelId="{4065646A-3184-4A70-AB33-F7FF978D4509}" type="presParOf" srcId="{2FDF3204-35AF-4412-9948-89512DF889E2}" destId="{F003C115-0566-48D5-9439-9ABD87C9889D}" srcOrd="1" destOrd="0" presId="urn:microsoft.com/office/officeart/2005/8/layout/vList2"/>
    <dgm:cxn modelId="{0A86038E-CD43-4C63-9E3F-D445164C473D}" type="presParOf" srcId="{2FDF3204-35AF-4412-9948-89512DF889E2}" destId="{77DDD4C0-B0C1-4F6D-BD65-48AC697D27BE}" srcOrd="2" destOrd="0" presId="urn:microsoft.com/office/officeart/2005/8/layout/vList2"/>
    <dgm:cxn modelId="{D2ACEF03-BE37-400C-9927-3D77800804CD}" type="presParOf" srcId="{2FDF3204-35AF-4412-9948-89512DF889E2}" destId="{3945A05A-569A-4D95-A68D-1254A3ECCC33}" srcOrd="3" destOrd="0" presId="urn:microsoft.com/office/officeart/2005/8/layout/vList2"/>
    <dgm:cxn modelId="{B1B079F8-E1E7-4733-8E08-089D97E50EB7}" type="presParOf" srcId="{2FDF3204-35AF-4412-9948-89512DF889E2}" destId="{D22360F3-1810-47AF-9A76-D0D60F6DC6D2}" srcOrd="4" destOrd="0" presId="urn:microsoft.com/office/officeart/2005/8/layout/vList2"/>
    <dgm:cxn modelId="{23E0D1F6-1E2A-46A8-929D-984CD9571CB0}" type="presParOf" srcId="{2FDF3204-35AF-4412-9948-89512DF889E2}" destId="{E73F1ABE-2693-4E87-A1FC-7787EE6EB33C}" srcOrd="5" destOrd="0" presId="urn:microsoft.com/office/officeart/2005/8/layout/vList2"/>
    <dgm:cxn modelId="{7404C279-D109-418C-8BA3-D801016A9466}" type="presParOf" srcId="{2FDF3204-35AF-4412-9948-89512DF889E2}" destId="{43FE6DCD-5750-4E14-AE5D-67D9B90330CE}" srcOrd="6" destOrd="0" presId="urn:microsoft.com/office/officeart/2005/8/layout/vList2"/>
    <dgm:cxn modelId="{4EC387CF-1958-4279-801E-F217F7F2C1B1}" type="presParOf" srcId="{2FDF3204-35AF-4412-9948-89512DF889E2}" destId="{1F30B49E-C330-4267-9970-D77008ADF324}" srcOrd="7" destOrd="0" presId="urn:microsoft.com/office/officeart/2005/8/layout/vList2"/>
    <dgm:cxn modelId="{61300087-FB1B-498B-9FF8-40E4BE945164}" type="presParOf" srcId="{2FDF3204-35AF-4412-9948-89512DF889E2}" destId="{D07315A3-644A-4D0C-B5CA-BE2585465B6F}" srcOrd="8" destOrd="0" presId="urn:microsoft.com/office/officeart/2005/8/layout/vList2"/>
    <dgm:cxn modelId="{5534C4DF-43EF-4FB7-9A7E-B01179B7FAEE}" type="presParOf" srcId="{2FDF3204-35AF-4412-9948-89512DF889E2}" destId="{66B5AB3C-8B62-4815-97E2-014619B38E7D}" srcOrd="9" destOrd="0" presId="urn:microsoft.com/office/officeart/2005/8/layout/vList2"/>
    <dgm:cxn modelId="{268022A3-259F-48D7-8B3C-596A86153DB3}" type="presParOf" srcId="{2FDF3204-35AF-4412-9948-89512DF889E2}" destId="{A72F3B0D-A306-4ADA-B895-65B5C45CFFF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9BD474-0055-46E0-9979-C5B947AD7CA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D018627-E7E9-4A51-AE16-5CAC95CADEF0}">
      <dgm:prSet custT="1"/>
      <dgm:spPr/>
      <dgm:t>
        <a:bodyPr/>
        <a:lstStyle/>
        <a:p>
          <a:pPr algn="ctr"/>
          <a:r>
            <a:rPr lang="en-GB" sz="4000" b="1" dirty="0"/>
            <a:t>Learn more here</a:t>
          </a:r>
        </a:p>
      </dgm:t>
    </dgm:pt>
    <dgm:pt modelId="{B96B4793-06CD-45A8-A3BF-DD9EB28A4D67}" type="parTrans" cxnId="{400377AB-1F77-457E-85F0-EB9D62DBFBB1}">
      <dgm:prSet/>
      <dgm:spPr/>
      <dgm:t>
        <a:bodyPr/>
        <a:lstStyle/>
        <a:p>
          <a:endParaRPr lang="en-GB"/>
        </a:p>
      </dgm:t>
    </dgm:pt>
    <dgm:pt modelId="{B724E8C6-C7CA-47EB-A94E-D5192D679F02}" type="sibTrans" cxnId="{400377AB-1F77-457E-85F0-EB9D62DBFBB1}">
      <dgm:prSet/>
      <dgm:spPr/>
      <dgm:t>
        <a:bodyPr/>
        <a:lstStyle/>
        <a:p>
          <a:endParaRPr lang="en-GB"/>
        </a:p>
      </dgm:t>
    </dgm:pt>
    <dgm:pt modelId="{2FDF3204-35AF-4412-9948-89512DF889E2}" type="pres">
      <dgm:prSet presAssocID="{E39BD474-0055-46E0-9979-C5B947AD7CA3}" presName="linear" presStyleCnt="0">
        <dgm:presLayoutVars>
          <dgm:animLvl val="lvl"/>
          <dgm:resizeHandles val="exact"/>
        </dgm:presLayoutVars>
      </dgm:prSet>
      <dgm:spPr/>
    </dgm:pt>
    <dgm:pt modelId="{B7C65971-E962-45E3-A1FE-B46976B2DF5E}" type="pres">
      <dgm:prSet presAssocID="{3D018627-E7E9-4A51-AE16-5CAC95CADEF0}" presName="parentText" presStyleLbl="node1" presStyleIdx="0" presStyleCnt="1" custScaleY="73395" custLinFactY="-72728" custLinFactNeighborY="-100000">
        <dgm:presLayoutVars>
          <dgm:chMax val="0"/>
          <dgm:bulletEnabled val="1"/>
        </dgm:presLayoutVars>
      </dgm:prSet>
      <dgm:spPr/>
    </dgm:pt>
  </dgm:ptLst>
  <dgm:cxnLst>
    <dgm:cxn modelId="{400377AB-1F77-457E-85F0-EB9D62DBFBB1}" srcId="{E39BD474-0055-46E0-9979-C5B947AD7CA3}" destId="{3D018627-E7E9-4A51-AE16-5CAC95CADEF0}" srcOrd="0" destOrd="0" parTransId="{B96B4793-06CD-45A8-A3BF-DD9EB28A4D67}" sibTransId="{B724E8C6-C7CA-47EB-A94E-D5192D679F02}"/>
    <dgm:cxn modelId="{AB983AD1-C7AF-4FDB-B3BC-387F94250CCA}" type="presOf" srcId="{3D018627-E7E9-4A51-AE16-5CAC95CADEF0}" destId="{B7C65971-E962-45E3-A1FE-B46976B2DF5E}" srcOrd="0" destOrd="0" presId="urn:microsoft.com/office/officeart/2005/8/layout/vList2"/>
    <dgm:cxn modelId="{1D8807F9-E2DA-49ED-A53E-48885554CD21}" type="presOf" srcId="{E39BD474-0055-46E0-9979-C5B947AD7CA3}" destId="{2FDF3204-35AF-4412-9948-89512DF889E2}" srcOrd="0" destOrd="0" presId="urn:microsoft.com/office/officeart/2005/8/layout/vList2"/>
    <dgm:cxn modelId="{1146BD98-86D9-4951-8A24-8880ACCE70FC}" type="presParOf" srcId="{2FDF3204-35AF-4412-9948-89512DF889E2}" destId="{B7C65971-E962-45E3-A1FE-B46976B2DF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9BD474-0055-46E0-9979-C5B947AD7CA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D018627-E7E9-4A51-AE16-5CAC95CADEF0}">
      <dgm:prSet custT="1"/>
      <dgm:spPr/>
      <dgm:t>
        <a:bodyPr/>
        <a:lstStyle/>
        <a:p>
          <a:pPr algn="ctr"/>
          <a:r>
            <a:rPr lang="en-GB" sz="6000" b="1" dirty="0"/>
            <a:t>SCAN ME</a:t>
          </a:r>
        </a:p>
      </dgm:t>
    </dgm:pt>
    <dgm:pt modelId="{B96B4793-06CD-45A8-A3BF-DD9EB28A4D67}" type="parTrans" cxnId="{400377AB-1F77-457E-85F0-EB9D62DBFBB1}">
      <dgm:prSet/>
      <dgm:spPr/>
      <dgm:t>
        <a:bodyPr/>
        <a:lstStyle/>
        <a:p>
          <a:endParaRPr lang="en-GB"/>
        </a:p>
      </dgm:t>
    </dgm:pt>
    <dgm:pt modelId="{B724E8C6-C7CA-47EB-A94E-D5192D679F02}" type="sibTrans" cxnId="{400377AB-1F77-457E-85F0-EB9D62DBFBB1}">
      <dgm:prSet/>
      <dgm:spPr/>
      <dgm:t>
        <a:bodyPr/>
        <a:lstStyle/>
        <a:p>
          <a:endParaRPr lang="en-GB"/>
        </a:p>
      </dgm:t>
    </dgm:pt>
    <dgm:pt modelId="{2FDF3204-35AF-4412-9948-89512DF889E2}" type="pres">
      <dgm:prSet presAssocID="{E39BD474-0055-46E0-9979-C5B947AD7CA3}" presName="linear" presStyleCnt="0">
        <dgm:presLayoutVars>
          <dgm:animLvl val="lvl"/>
          <dgm:resizeHandles val="exact"/>
        </dgm:presLayoutVars>
      </dgm:prSet>
      <dgm:spPr/>
    </dgm:pt>
    <dgm:pt modelId="{B7C65971-E962-45E3-A1FE-B46976B2DF5E}" type="pres">
      <dgm:prSet presAssocID="{3D018627-E7E9-4A51-AE16-5CAC95CADEF0}" presName="parentText" presStyleLbl="node1" presStyleIdx="0" presStyleCnt="1" custScaleX="92346" custScaleY="152418" custLinFactY="82683" custLinFactNeighborX="-4638" custLinFactNeighborY="100000">
        <dgm:presLayoutVars>
          <dgm:chMax val="0"/>
          <dgm:bulletEnabled val="1"/>
        </dgm:presLayoutVars>
      </dgm:prSet>
      <dgm:spPr/>
    </dgm:pt>
  </dgm:ptLst>
  <dgm:cxnLst>
    <dgm:cxn modelId="{400377AB-1F77-457E-85F0-EB9D62DBFBB1}" srcId="{E39BD474-0055-46E0-9979-C5B947AD7CA3}" destId="{3D018627-E7E9-4A51-AE16-5CAC95CADEF0}" srcOrd="0" destOrd="0" parTransId="{B96B4793-06CD-45A8-A3BF-DD9EB28A4D67}" sibTransId="{B724E8C6-C7CA-47EB-A94E-D5192D679F02}"/>
    <dgm:cxn modelId="{AB983AD1-C7AF-4FDB-B3BC-387F94250CCA}" type="presOf" srcId="{3D018627-E7E9-4A51-AE16-5CAC95CADEF0}" destId="{B7C65971-E962-45E3-A1FE-B46976B2DF5E}" srcOrd="0" destOrd="0" presId="urn:microsoft.com/office/officeart/2005/8/layout/vList2"/>
    <dgm:cxn modelId="{1D8807F9-E2DA-49ED-A53E-48885554CD21}" type="presOf" srcId="{E39BD474-0055-46E0-9979-C5B947AD7CA3}" destId="{2FDF3204-35AF-4412-9948-89512DF889E2}" srcOrd="0" destOrd="0" presId="urn:microsoft.com/office/officeart/2005/8/layout/vList2"/>
    <dgm:cxn modelId="{1146BD98-86D9-4951-8A24-8880ACCE70FC}" type="presParOf" srcId="{2FDF3204-35AF-4412-9948-89512DF889E2}" destId="{B7C65971-E962-45E3-A1FE-B46976B2DF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3B2D1-B1BF-41CC-99BC-EF324B8A9C81}">
      <dsp:nvSpPr>
        <dsp:cNvPr id="0" name=""/>
        <dsp:cNvSpPr/>
      </dsp:nvSpPr>
      <dsp:spPr>
        <a:xfrm>
          <a:off x="0" y="1140"/>
          <a:ext cx="4683949" cy="8783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Temperature and humidity</a:t>
          </a:r>
          <a:endParaRPr lang="en-US" sz="2200" kern="1200" dirty="0"/>
        </a:p>
      </dsp:txBody>
      <dsp:txXfrm>
        <a:off x="42879" y="44019"/>
        <a:ext cx="4598191" cy="792619"/>
      </dsp:txXfrm>
    </dsp:sp>
    <dsp:sp modelId="{77DDD4C0-B0C1-4F6D-BD65-48AC697D27BE}">
      <dsp:nvSpPr>
        <dsp:cNvPr id="0" name=""/>
        <dsp:cNvSpPr/>
      </dsp:nvSpPr>
      <dsp:spPr>
        <a:xfrm>
          <a:off x="0" y="942878"/>
          <a:ext cx="4683949" cy="878377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Can monitor many hives</a:t>
          </a:r>
          <a:endParaRPr lang="en-US" sz="2200" kern="1200"/>
        </a:p>
      </dsp:txBody>
      <dsp:txXfrm>
        <a:off x="42879" y="985757"/>
        <a:ext cx="4598191" cy="792619"/>
      </dsp:txXfrm>
    </dsp:sp>
    <dsp:sp modelId="{D22360F3-1810-47AF-9A76-D0D60F6DC6D2}">
      <dsp:nvSpPr>
        <dsp:cNvPr id="0" name=""/>
        <dsp:cNvSpPr/>
      </dsp:nvSpPr>
      <dsp:spPr>
        <a:xfrm>
          <a:off x="0" y="1884616"/>
          <a:ext cx="4683949" cy="878377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Range ~50..100m</a:t>
          </a:r>
          <a:endParaRPr lang="en-US" sz="2200" kern="1200" dirty="0"/>
        </a:p>
      </dsp:txBody>
      <dsp:txXfrm>
        <a:off x="42879" y="1927495"/>
        <a:ext cx="4598191" cy="792619"/>
      </dsp:txXfrm>
    </dsp:sp>
    <dsp:sp modelId="{43FE6DCD-5750-4E14-AE5D-67D9B90330CE}">
      <dsp:nvSpPr>
        <dsp:cNvPr id="0" name=""/>
        <dsp:cNvSpPr/>
      </dsp:nvSpPr>
      <dsp:spPr>
        <a:xfrm>
          <a:off x="0" y="2826353"/>
          <a:ext cx="4683949" cy="878377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Sensor costs as low as ~£10/hive (Amazon)</a:t>
          </a:r>
          <a:endParaRPr lang="en-US" sz="2200" kern="1200" dirty="0"/>
        </a:p>
      </dsp:txBody>
      <dsp:txXfrm>
        <a:off x="42879" y="2869232"/>
        <a:ext cx="4598191" cy="792619"/>
      </dsp:txXfrm>
    </dsp:sp>
    <dsp:sp modelId="{D07315A3-644A-4D0C-B5CA-BE2585465B6F}">
      <dsp:nvSpPr>
        <dsp:cNvPr id="0" name=""/>
        <dsp:cNvSpPr/>
      </dsp:nvSpPr>
      <dsp:spPr>
        <a:xfrm>
          <a:off x="0" y="3768091"/>
          <a:ext cx="4683949" cy="878377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Email reports and alerts</a:t>
          </a:r>
          <a:br>
            <a:rPr lang="en-GB" sz="2200" kern="1200" dirty="0"/>
          </a:br>
          <a:r>
            <a:rPr lang="en-GB" sz="2200" kern="1200" dirty="0"/>
            <a:t>(via Google sheets)</a:t>
          </a:r>
          <a:endParaRPr lang="en-US" sz="2200" kern="1200" dirty="0"/>
        </a:p>
      </dsp:txBody>
      <dsp:txXfrm>
        <a:off x="42879" y="3810970"/>
        <a:ext cx="4598191" cy="792619"/>
      </dsp:txXfrm>
    </dsp:sp>
    <dsp:sp modelId="{A72F3B0D-A306-4ADA-B895-65B5C45CFFFC}">
      <dsp:nvSpPr>
        <dsp:cNvPr id="0" name=""/>
        <dsp:cNvSpPr/>
      </dsp:nvSpPr>
      <dsp:spPr>
        <a:xfrm>
          <a:off x="0" y="4709828"/>
          <a:ext cx="4683949" cy="878377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Minimal DIY skills required</a:t>
          </a:r>
          <a:endParaRPr lang="en-US" sz="2200" kern="1200"/>
        </a:p>
      </dsp:txBody>
      <dsp:txXfrm>
        <a:off x="42879" y="4752707"/>
        <a:ext cx="4598191" cy="7926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65971-E962-45E3-A1FE-B46976B2DF5E}">
      <dsp:nvSpPr>
        <dsp:cNvPr id="0" name=""/>
        <dsp:cNvSpPr/>
      </dsp:nvSpPr>
      <dsp:spPr>
        <a:xfrm>
          <a:off x="0" y="285588"/>
          <a:ext cx="4683949" cy="8793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 dirty="0"/>
            <a:t>Learn more here</a:t>
          </a:r>
        </a:p>
      </dsp:txBody>
      <dsp:txXfrm>
        <a:off x="42925" y="328513"/>
        <a:ext cx="4598099" cy="793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65971-E962-45E3-A1FE-B46976B2DF5E}">
      <dsp:nvSpPr>
        <dsp:cNvPr id="0" name=""/>
        <dsp:cNvSpPr/>
      </dsp:nvSpPr>
      <dsp:spPr>
        <a:xfrm>
          <a:off x="144175" y="199620"/>
          <a:ext cx="3994370" cy="8907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0" b="1" kern="1200" dirty="0"/>
            <a:t>SCAN ME</a:t>
          </a:r>
        </a:p>
      </dsp:txBody>
      <dsp:txXfrm>
        <a:off x="187659" y="243104"/>
        <a:ext cx="3907402" cy="8038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CC7237-E871-87C5-9FA0-2976067C51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1AAA2-AB39-DC81-154D-BB8FE444E6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2B991-BBEF-4902-BDEC-2BFE9F6938EE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20A50-E93B-B92C-4262-D5ACC51E96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68F02-2CA4-BA6D-5854-4C29BF1D1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13F81-6570-4408-9206-3558A8157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080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825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09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96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27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4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99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78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21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78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356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178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08539-F5F2-CADF-90F9-925CDB359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82741-D20C-00CD-602C-4992D7EC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8108-48AE-5911-5521-5D44D6F8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D3DFF5-5F56-2711-5324-0EBBD1596166}"/>
              </a:ext>
            </a:extLst>
          </p:cNvPr>
          <p:cNvSpPr txBox="1">
            <a:spLocks/>
          </p:cNvSpPr>
          <p:nvPr userDrawn="1"/>
        </p:nvSpPr>
        <p:spPr>
          <a:xfrm>
            <a:off x="457199" y="1159934"/>
            <a:ext cx="4459111" cy="46778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n-GB" sz="7000" dirty="0">
              <a:solidFill>
                <a:schemeClr val="bg1"/>
              </a:solidFill>
            </a:endParaRPr>
          </a:p>
          <a:p>
            <a:pPr algn="r"/>
            <a:r>
              <a:rPr lang="en-GB" sz="7000" dirty="0">
                <a:solidFill>
                  <a:schemeClr val="bg1"/>
                </a:solidFill>
              </a:rPr>
              <a:t>Hive Monitor </a:t>
            </a:r>
            <a:br>
              <a:rPr lang="en-GB" sz="7000" dirty="0">
                <a:solidFill>
                  <a:schemeClr val="bg1"/>
                </a:solidFill>
              </a:rPr>
            </a:br>
            <a:br>
              <a:rPr lang="en-GB" sz="7000" dirty="0">
                <a:solidFill>
                  <a:schemeClr val="bg1"/>
                </a:solidFill>
              </a:rPr>
            </a:br>
            <a:r>
              <a:rPr lang="en-GB" sz="3800" dirty="0">
                <a:solidFill>
                  <a:schemeClr val="bg1"/>
                </a:solidFill>
              </a:rPr>
              <a:t>temperature</a:t>
            </a:r>
            <a:br>
              <a:rPr lang="en-GB" sz="38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and humidity</a:t>
            </a:r>
          </a:p>
          <a:p>
            <a:pPr algn="r"/>
            <a:endParaRPr lang="en-GB" sz="70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1CB7FA-1712-DD39-A5D7-D5F6E4B8C9AC}"/>
              </a:ext>
            </a:extLst>
          </p:cNvPr>
          <p:cNvCxnSpPr>
            <a:cxnSpLocks/>
          </p:cNvCxnSpPr>
          <p:nvPr userDrawn="1"/>
        </p:nvCxnSpPr>
        <p:spPr>
          <a:xfrm>
            <a:off x="1018399" y="3744228"/>
            <a:ext cx="3758704" cy="0"/>
          </a:xfrm>
          <a:prstGeom prst="line">
            <a:avLst/>
          </a:prstGeom>
          <a:ln w="34925">
            <a:solidFill>
              <a:srgbClr val="FFFF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B034417-56FA-E5D1-E2C5-8BD8CA18E004}"/>
              </a:ext>
            </a:extLst>
          </p:cNvPr>
          <p:cNvSpPr/>
          <p:nvPr userDrawn="1"/>
        </p:nvSpPr>
        <p:spPr>
          <a:xfrm>
            <a:off x="4916309" y="1159934"/>
            <a:ext cx="561200" cy="46778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85913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02CEC-E5FB-4629-985B-2FD3F385E8D6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D1D5E-3533-4911-BA70-3E37E6B9096E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2FD0D5-8F3D-76C1-D45D-6EC076F9105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6711" y="0"/>
            <a:ext cx="13445067" cy="6858000"/>
          </a:xfrm>
          <a:prstGeom prst="rect">
            <a:avLst/>
          </a:prstGeom>
          <a:effectLst>
            <a:glow rad="127000">
              <a:schemeClr val="accent1"/>
            </a:glow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1043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F327E1-41B9-5906-E0B7-65E1C5CF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46" y="504035"/>
            <a:ext cx="4748557" cy="28171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3BED9-5764-C5C9-B267-DF49C3E6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46" y="3748371"/>
            <a:ext cx="4748557" cy="291586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5688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F340-6E70-166F-D4AD-6BB11D1D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device&#10;&#10;AI-generated content may be incorrect.">
            <a:extLst>
              <a:ext uri="{FF2B5EF4-FFF2-40B4-BE49-F238E27FC236}">
                <a16:creationId xmlns:a16="http://schemas.microsoft.com/office/drawing/2014/main" id="{DBC45F31-49E5-2C82-9FC5-8B5574837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304" y="132492"/>
            <a:ext cx="2996826" cy="659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03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B921A-0B09-A04D-23DF-486EFA54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E7C048-F919-D727-7ACF-665A6324F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40" r="10425" b="-1"/>
          <a:stretch>
            <a:fillRect/>
          </a:stretch>
        </p:blipFill>
        <p:spPr>
          <a:xfrm>
            <a:off x="6104627" y="685799"/>
            <a:ext cx="40576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13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ABA0-D2E3-9AAB-726A-CC834DA9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0070DE45-5B1B-1530-AAE8-FECD64CE1E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713547"/>
              </p:ext>
            </p:extLst>
          </p:nvPr>
        </p:nvGraphicFramePr>
        <p:xfrm>
          <a:off x="6224979" y="652168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8528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5BC1-549B-3269-F937-AE4132922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08F5090-6211-5597-C06F-EBDC1C4275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047027"/>
              </p:ext>
            </p:extLst>
          </p:nvPr>
        </p:nvGraphicFramePr>
        <p:xfrm>
          <a:off x="6104536" y="576356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1418F527-ED5D-128E-8493-FA908C8C7D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5874095"/>
              </p:ext>
            </p:extLst>
          </p:nvPr>
        </p:nvGraphicFramePr>
        <p:xfrm>
          <a:off x="6291816" y="5107276"/>
          <a:ext cx="4683949" cy="1090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9E15CC1-21C6-5395-68F3-CFBEE167F7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1134" y="1844602"/>
            <a:ext cx="3382390" cy="340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84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0"/>
    </mc:Choice>
    <mc:Fallback>
      <p:transition spd="slow" advClick="0" advTm="10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43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Muttik, Igor</dc:creator>
  <cp:lastModifiedBy>Muttik, Igor</cp:lastModifiedBy>
  <cp:revision>5</cp:revision>
  <dcterms:created xsi:type="dcterms:W3CDTF">2025-09-12T10:01:36Z</dcterms:created>
  <dcterms:modified xsi:type="dcterms:W3CDTF">2025-09-12T12:10:00Z</dcterms:modified>
</cp:coreProperties>
</file>